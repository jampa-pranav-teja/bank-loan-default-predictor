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" charset="1" panose="00000500000000000000"/>
      <p:regular r:id="rId12"/>
    </p:embeddedFont>
    <p:embeddedFont>
      <p:font typeface="Squada One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847677" y="4274503"/>
            <a:ext cx="12602170" cy="149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9"/>
              </a:lnSpc>
            </a:pPr>
            <a:r>
              <a:rPr lang="en-US" sz="86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Bank Loan Default 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47677" y="5720405"/>
            <a:ext cx="5908097" cy="19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7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PREPARED BY</a:t>
            </a:r>
          </a:p>
          <a:p>
            <a:pPr algn="l">
              <a:lnSpc>
                <a:spcPts val="3838"/>
              </a:lnSpc>
            </a:pPr>
            <a:r>
              <a:rPr lang="en-US" sz="27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2410030113 JAMPA PRANAV TEJA</a:t>
            </a:r>
          </a:p>
          <a:p>
            <a:pPr algn="l">
              <a:lnSpc>
                <a:spcPts val="3838"/>
              </a:lnSpc>
            </a:pPr>
            <a:r>
              <a:rPr lang="en-US" sz="27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2410030019 EADUNUR HARINI SRI REDDY</a:t>
            </a:r>
          </a:p>
          <a:p>
            <a:pPr algn="l">
              <a:lnSpc>
                <a:spcPts val="3838"/>
              </a:lnSpc>
            </a:pPr>
            <a:r>
              <a:rPr lang="en-US" sz="27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2410030068 BHARANI AMOOLYA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38225" y="1533155"/>
            <a:ext cx="8120062" cy="94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 &amp;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3462" y="2931364"/>
            <a:ext cx="16230600" cy="570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Problem: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L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oan defaults cause financi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al risk to banks.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redicting default vs non-default helps reduce losses.</a:t>
            </a:r>
          </a:p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Datas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e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Shape: [X rows × 19 columns]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Target: Status (0 = Non-Default, 1 = Default)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Features: Gender, loan_type, loan_purpose, Credit_Worthiness, loan_amount, income, Credit_Score, property_value, Region, dtir1, etc.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33463" y="3907307"/>
            <a:ext cx="16230600" cy="356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Missing values (e.g., Credit_Score, income).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Categorical variables (Gender, loan_type, Region).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Outliers in loan_amount, income, property_value.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Imbalanced target classes (Status).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Inconsistent data types (numbers stored as text).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225" y="2700338"/>
            <a:ext cx="5035866" cy="93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1"/>
              </a:lnSpc>
            </a:pP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Raw </a:t>
            </a: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</a:t>
            </a: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Issues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3938" y="1622707"/>
            <a:ext cx="10121775" cy="93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1"/>
              </a:lnSpc>
            </a:pP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 Cleaning &amp; Feature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3938" y="2841812"/>
            <a:ext cx="16230600" cy="570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Data Cleaning: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Filled missi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ng values (mean/median/mode).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Removed duplicates.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Converted data types.</a:t>
            </a:r>
          </a:p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Feature Engineering: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Encoded categoric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al variables (Label / One-hot).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Scaled numerical variables (loan_amount, income, LTV).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Derived features (Debt-to-Income ratio if needed).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3938" y="2279813"/>
            <a:ext cx="10946312" cy="93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1"/>
              </a:lnSpc>
            </a:pP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Ou</a:t>
            </a: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tliers &amp; Class Imbalance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3938" y="3613456"/>
            <a:ext cx="16230600" cy="427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Outlier Handli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ng: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Used boxplots to detect outliers.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Applied log transformation / capping.</a:t>
            </a:r>
          </a:p>
          <a:p>
            <a:pPr algn="l">
              <a:lnSpc>
                <a:spcPts val="5625"/>
              </a:lnSpc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Class Imbalance: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Status: More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Non-Defaults than Defaults.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Appli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ed SMOTE oversampling for balanced dataset.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94080"/>
            <a:ext cx="18288000" cy="7804090"/>
          </a:xfrm>
          <a:custGeom>
            <a:avLst/>
            <a:gdLst/>
            <a:ahLst/>
            <a:cxnLst/>
            <a:rect r="r" b="b" t="t" l="l"/>
            <a:pathLst>
              <a:path h="7804090" w="18288000">
                <a:moveTo>
                  <a:pt x="0" y="0"/>
                </a:moveTo>
                <a:lnTo>
                  <a:pt x="18288000" y="0"/>
                </a:lnTo>
                <a:lnTo>
                  <a:pt x="18288000" y="7804090"/>
                </a:lnTo>
                <a:lnTo>
                  <a:pt x="0" y="780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96" r="0" b="-6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3937" y="2637001"/>
            <a:ext cx="10946312" cy="93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1"/>
              </a:lnSpc>
            </a:pP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</a:t>
            </a:r>
            <a:r>
              <a:rPr lang="en-US" sz="544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inal 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3937" y="3970644"/>
            <a:ext cx="16230600" cy="356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No missi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ng values.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All features numeric &amp; scaled.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Outliers reduced.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D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ataset</a:t>
            </a: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balanced.</a:t>
            </a:r>
          </a:p>
          <a:p>
            <a:pPr algn="l" marL="867588" indent="-433794" lvl="1">
              <a:lnSpc>
                <a:spcPts val="5625"/>
              </a:lnSpc>
              <a:buFont typeface="Arial"/>
              <a:buChar char="•"/>
            </a:pPr>
            <a:r>
              <a:rPr lang="en-US" sz="4018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Final dataset ready for ML model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DAGzY1zaDMg</dc:identifier>
  <dcterms:modified xsi:type="dcterms:W3CDTF">2011-08-01T06:04:30Z</dcterms:modified>
  <cp:revision>1</cp:revision>
  <dc:title>Copy of RETAIL STORE KPI DASHBOARD</dc:title>
</cp:coreProperties>
</file>